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2DAF-67BA-EF52-06E0-497553B1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34CD4-B9C5-BD44-4BB6-7C4A19AD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B9A0-E61D-2E75-DE2B-A28BAF89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5D5E-46EA-138E-7016-15646CF1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2D1D-8F72-C4E5-3A4C-A1668450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0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C6C8-5816-5FB0-D473-A8F3EA36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178C-2265-C3BC-864E-89D950D3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3FC03-93A3-E76F-3662-B5D72FA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9544-2EB7-C9B8-B45E-19653DAE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17C5-0DA6-8156-B0BF-D18697CB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0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8E1A-60C2-D58E-598B-5B02AEAC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417C5-3476-2932-A67D-BD0C5F48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3423-C295-D198-239B-D509B490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ECCF-395A-CA45-465D-611F931B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DCCA-0878-A2B9-6118-06415D43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C38D-BE39-C415-7CB8-31AC54F3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3B744-124A-D9B6-D1EF-603FCBF0C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14FB4-2678-8F60-8654-E3B53A43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0B5AF-041D-5767-0A9A-EE253C90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904E4-A99B-73E5-DCBF-5F94CC36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842BC-8A00-8F8D-6DCB-25600F35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8E8D-6335-CB29-77E1-F15066FB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9FF3-F2FF-5020-1761-D9F674A2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ABB2A-EB06-E316-2659-90C4208A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1781F-768A-9496-A5D8-87412279D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A6325-C4DE-61A3-5E65-43647B9F5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01E2C-81C7-B2BF-F0D4-921C8E88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9F718-F36F-684A-DB11-9FE6AB51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A5614-D85E-0DDC-8003-48EE2AA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7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7511-DD8C-6CD6-AF7F-DF35AC9D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8BB3E-BE6F-578F-57E4-124BF943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9439B-FBFD-292B-F4D8-B3C2D16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8CC1A-FE71-59B8-8083-B8E6F0FD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95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7A79D-7FB5-4022-2086-0773C2FF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A7B81-B28D-0991-F31C-6339097F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3BD9A-28BC-3CD5-A356-C5DA4B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5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062B-D57E-65D8-CF8A-D870653C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E0D82-50C7-E699-4682-4A799CAE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FD59-B615-B2B8-7212-683BA121F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0567C-6C66-A636-2813-512DAA42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D9AA7-5448-658A-51F0-478DCF76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3A29-7CBE-7860-C908-A09FB466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7847-FEEF-75D4-DE2B-94C1FDC4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8D34C-EDE9-369D-D534-82F9444E6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94A9B-1175-7758-58A4-0B3CC1DE6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2A7D2-6877-34D1-8CEB-F0CE38FE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2FD53-DB2D-0D64-3A2C-AD2E1A40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9EF03-E30A-3303-BDB2-C2BFC184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053D-0157-5CE2-B716-216D8AC9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3C5CC-685B-DC32-2937-710F31F6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D39A-A748-6858-6B8B-41B97603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4E80-9646-EA87-52FC-13952AEB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B459-3673-7505-85C6-3DC0BF47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2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CF3A2-B9AD-4EF8-06A3-9C2D949F6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90C85-9856-A80A-4CBC-A91F9CC1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846E-204B-1C03-EA3A-A31141BA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7BD06-5161-C1CF-E214-3220EB83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4C354-138D-DC6F-0FBE-380581E2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5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3C990-396D-89B7-86F5-E01F3F18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F01C-7E44-7993-9EA4-F6703A19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986B-D956-1388-AACB-56B4FF73B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8B2DB-2D00-421B-8BC7-6C2E10FEEA25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6232-7FFC-0775-9813-8A4B5974A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1CA93-E8A3-BD87-7B8B-397D7D7FB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0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8C07-6C0E-F492-0838-8FD58ED47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Sequences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FAECF-C8DE-E983-F3DA-6FA8947B9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Unit-1</a:t>
            </a:r>
          </a:p>
        </p:txBody>
      </p:sp>
    </p:spTree>
    <p:extLst>
      <p:ext uri="{BB962C8B-B14F-4D97-AF65-F5344CB8AC3E}">
        <p14:creationId xmlns:p14="http://schemas.microsoft.com/office/powerpoint/2010/main" val="128855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E432-DACE-8999-3142-1D1B15F9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08961" cy="1325563"/>
          </a:xfrm>
        </p:spPr>
        <p:txBody>
          <a:bodyPr>
            <a:normAutofit/>
          </a:bodyPr>
          <a:lstStyle/>
          <a:p>
            <a:r>
              <a:rPr lang="en-IN" sz="4000" dirty="0"/>
              <a:t>A sequence represents a group of elements or items.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18A3C-8C21-3D18-E8D3-F00393851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6 types of sequences in Python</a:t>
            </a:r>
          </a:p>
          <a:p>
            <a:pPr lvl="1"/>
            <a:r>
              <a:rPr lang="en-IN" dirty="0"/>
              <a:t>str</a:t>
            </a:r>
          </a:p>
          <a:p>
            <a:pPr lvl="1"/>
            <a:r>
              <a:rPr lang="en-IN" dirty="0"/>
              <a:t>bytes</a:t>
            </a:r>
          </a:p>
          <a:p>
            <a:pPr lvl="1"/>
            <a:r>
              <a:rPr lang="en-IN" dirty="0" err="1"/>
              <a:t>bytearray</a:t>
            </a:r>
            <a:endParaRPr lang="en-IN" dirty="0"/>
          </a:p>
          <a:p>
            <a:pPr lvl="1"/>
            <a:r>
              <a:rPr lang="en-IN" dirty="0"/>
              <a:t>list</a:t>
            </a:r>
          </a:p>
          <a:p>
            <a:pPr lvl="1"/>
            <a:r>
              <a:rPr lang="en-IN" dirty="0"/>
              <a:t>tuple</a:t>
            </a:r>
          </a:p>
          <a:p>
            <a:pPr lvl="1"/>
            <a:r>
              <a:rPr lang="en-IN" dirty="0"/>
              <a:t>range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58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BAC3-2817-008B-24E2-F4724043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5144A-24DB-7BB8-9D90-8815B275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String is represented by group of characters, enclosed in single quote or double quotes</a:t>
            </a:r>
          </a:p>
          <a:p>
            <a:r>
              <a:rPr lang="en-IN" dirty="0"/>
              <a:t>To span a group of lines including spaces, strings include “”” (triple double quotes) or ‘’’ (triple single quotes)</a:t>
            </a:r>
          </a:p>
          <a:p>
            <a:r>
              <a:rPr lang="en-IN" dirty="0"/>
              <a:t>We can embed a string inside another string using triple double quotes (“””) or triple single quotes (‘’’)</a:t>
            </a:r>
          </a:p>
          <a:p>
            <a:r>
              <a:rPr lang="en-IN" dirty="0"/>
              <a:t>Slice operator is used to retrieve a piece of a string, which is represented with a [ ] square bracket</a:t>
            </a:r>
          </a:p>
        </p:txBody>
      </p:sp>
    </p:spTree>
    <p:extLst>
      <p:ext uri="{BB962C8B-B14F-4D97-AF65-F5344CB8AC3E}">
        <p14:creationId xmlns:p14="http://schemas.microsoft.com/office/powerpoint/2010/main" val="369878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A821-A82E-F481-196A-684D350E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3837-8037-9DBC-9893-35DEA09E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str1 = “Hello!...Good Morning”</a:t>
            </a:r>
          </a:p>
          <a:p>
            <a:r>
              <a:rPr lang="en-IN" dirty="0"/>
              <a:t>print(str1[0])      #prints the 1</a:t>
            </a:r>
            <a:r>
              <a:rPr lang="en-IN" baseline="30000" dirty="0"/>
              <a:t>st</a:t>
            </a:r>
            <a:r>
              <a:rPr lang="en-IN" dirty="0"/>
              <a:t> character</a:t>
            </a:r>
          </a:p>
          <a:p>
            <a:r>
              <a:rPr lang="en-IN" dirty="0"/>
              <a:t>print(str1[5:])     #prints the whole string from 5</a:t>
            </a:r>
            <a:r>
              <a:rPr lang="en-IN" baseline="30000" dirty="0"/>
              <a:t>th</a:t>
            </a:r>
            <a:r>
              <a:rPr lang="en-IN" dirty="0"/>
              <a:t> character</a:t>
            </a:r>
          </a:p>
          <a:p>
            <a:r>
              <a:rPr lang="en-IN" dirty="0"/>
              <a:t>print(str1[5:9])   #prints the 5</a:t>
            </a:r>
            <a:r>
              <a:rPr lang="en-IN" baseline="30000" dirty="0"/>
              <a:t>th</a:t>
            </a:r>
            <a:r>
              <a:rPr lang="en-IN" dirty="0"/>
              <a:t> to 8</a:t>
            </a:r>
            <a:r>
              <a:rPr lang="en-IN" baseline="30000" dirty="0"/>
              <a:t>th</a:t>
            </a:r>
            <a:r>
              <a:rPr lang="en-IN" dirty="0"/>
              <a:t> characters from the string</a:t>
            </a:r>
          </a:p>
          <a:p>
            <a:r>
              <a:rPr lang="en-IN" dirty="0"/>
              <a:t>print(str1[-1])     #prints the last character</a:t>
            </a:r>
          </a:p>
          <a:p>
            <a:r>
              <a:rPr lang="en-IN" dirty="0"/>
              <a:t>print(str1[-5:])    #prints the last 5 characters</a:t>
            </a:r>
          </a:p>
        </p:txBody>
      </p:sp>
    </p:spTree>
    <p:extLst>
      <p:ext uri="{BB962C8B-B14F-4D97-AF65-F5344CB8AC3E}">
        <p14:creationId xmlns:p14="http://schemas.microsoft.com/office/powerpoint/2010/main" val="189573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9D92-F2BC-B749-3C98-4DC1527E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and NOT in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8297-1AAF-84EB-D198-A0C73B2D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 Operator - It will check, whether the character is present in the given string or not.</a:t>
            </a:r>
          </a:p>
          <a:p>
            <a:r>
              <a:rPr lang="en-IN" dirty="0"/>
              <a:t>Will written true if the character is present in the string and false if the character is not present in the string.</a:t>
            </a:r>
          </a:p>
          <a:p>
            <a:r>
              <a:rPr lang="en-IN" dirty="0"/>
              <a:t>not in Operator - Will written false if the character is present in the string and true if the character is not present in the string</a:t>
            </a:r>
          </a:p>
          <a:p>
            <a:r>
              <a:rPr lang="en-IN" dirty="0" err="1"/>
              <a:t>Eg.</a:t>
            </a:r>
            <a:r>
              <a:rPr lang="en-IN" dirty="0"/>
              <a:t> </a:t>
            </a:r>
          </a:p>
          <a:p>
            <a:r>
              <a:rPr lang="en-IN" dirty="0"/>
              <a:t>str1  =   “Python Programming”</a:t>
            </a:r>
          </a:p>
          <a:p>
            <a:r>
              <a:rPr lang="en-IN" dirty="0"/>
              <a:t>print(‘a’ in str1)   #Output is true</a:t>
            </a:r>
          </a:p>
          <a:p>
            <a:r>
              <a:rPr lang="en-IN" dirty="0"/>
              <a:t>print(‘z’ in str1)   #output is false</a:t>
            </a:r>
          </a:p>
        </p:txBody>
      </p:sp>
    </p:spTree>
    <p:extLst>
      <p:ext uri="{BB962C8B-B14F-4D97-AF65-F5344CB8AC3E}">
        <p14:creationId xmlns:p14="http://schemas.microsoft.com/office/powerpoint/2010/main" val="171876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687A-C0D2-EBD3-B202-8C087795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+  and  *  operators with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0845-18A4-528C-90D8-50D1901F7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+ is used to concatenate two strings</a:t>
            </a:r>
          </a:p>
          <a:p>
            <a:r>
              <a:rPr lang="en-IN" dirty="0" err="1"/>
              <a:t>Eg.</a:t>
            </a:r>
            <a:r>
              <a:rPr lang="en-IN" dirty="0"/>
              <a:t> str1 = “Python”     str2 = “Program”</a:t>
            </a:r>
          </a:p>
          <a:p>
            <a:pPr marL="0" indent="0">
              <a:buNone/>
            </a:pPr>
            <a:r>
              <a:rPr lang="en-IN" dirty="0"/>
              <a:t>	print(str1 + str2)    # o/p – Python Program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* is used to </a:t>
            </a:r>
            <a:r>
              <a:rPr lang="en-IN" dirty="0" err="1"/>
              <a:t>repeate</a:t>
            </a:r>
            <a:r>
              <a:rPr lang="en-IN" dirty="0"/>
              <a:t> the string multiple times</a:t>
            </a:r>
          </a:p>
          <a:p>
            <a:r>
              <a:rPr lang="en-IN" dirty="0" err="1"/>
              <a:t>Eg.</a:t>
            </a:r>
            <a:r>
              <a:rPr lang="en-IN" dirty="0"/>
              <a:t> print(3*”hello…”)     #o/p – hello…hello…hello…</a:t>
            </a:r>
          </a:p>
          <a:p>
            <a:r>
              <a:rPr lang="en-IN" dirty="0"/>
              <a:t>       print(2*str1)             #o/p - </a:t>
            </a:r>
            <a:r>
              <a:rPr lang="en-IN"/>
              <a:t>PythonPython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728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360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Sequences in Python</vt:lpstr>
      <vt:lpstr>A sequence represents a group of elements or items.</vt:lpstr>
      <vt:lpstr>str Datatype</vt:lpstr>
      <vt:lpstr>Slice Operator</vt:lpstr>
      <vt:lpstr>IN and NOT in Operator</vt:lpstr>
      <vt:lpstr> +  and  *  operators with 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Sequences in Python</dc:title>
  <dc:creator>Urja Mankad</dc:creator>
  <cp:lastModifiedBy>Urja Mankad</cp:lastModifiedBy>
  <cp:revision>25</cp:revision>
  <dcterms:created xsi:type="dcterms:W3CDTF">2024-01-05T13:13:08Z</dcterms:created>
  <dcterms:modified xsi:type="dcterms:W3CDTF">2024-01-05T17:04:38Z</dcterms:modified>
</cp:coreProperties>
</file>