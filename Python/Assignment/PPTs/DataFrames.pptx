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9" r:id="rId4"/>
    <p:sldId id="268" r:id="rId5"/>
    <p:sldId id="265" r:id="rId6"/>
    <p:sldId id="266" r:id="rId7"/>
    <p:sldId id="267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96F151-6DBA-8632-87AC-2C663DCC5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60E65FA-3EE2-4BBF-6883-311294968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7B1AA2-04E5-335D-F03F-E6C1572B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0C3F63-2393-CCA7-822A-1BBAB1CD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24A2A8-EA9B-490E-051C-60D0BAB44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199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AB3E84-52B2-2DA7-BDC1-0430F615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EC0D5A-311C-441C-14E3-8A645216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BB0AB3B-988C-8F1A-7F3C-2370CE7C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C0A4D1-5D52-44A8-21E6-01EB5836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C0D5253-290D-71D2-E043-C5E8B51D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5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A63316-5A13-723A-0C8E-2490F9E3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852581C-287B-92EE-32D1-829C02674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C1D1B5-AD78-BB9C-89CB-E56C1EE89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331611B-2EE3-1C99-DF83-E6BDC072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136829-8AF5-4546-8DEF-C4D730D4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65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E48BDD-8A44-92C1-CA9E-EBE69E5F4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DA6F13-EBE1-20CF-041B-CA7C313B5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A3BCDE0-BACC-1A06-0C57-F934DFE74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E458220-A309-6548-2FC3-23E41C1C8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030D6CA-3C1F-DF47-4A60-C415E2A8F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8E826F-C41F-EC76-00BA-578B87268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16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9D6B4F-5936-B3CF-9DD2-EAC2104F8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319611-A7D4-D26D-0187-F89411402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F835843-0B7C-E86E-9B30-11F0004BA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E4071AB-7606-11B5-CA60-57CAF73AC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CD3D967-7A4C-5F83-835C-AFB2AD732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7D7BE08-8218-C0F3-3C9B-AE97736BC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143C0EE-16DF-6EE7-155E-4334269E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867B40EC-C376-9352-DAF6-7D2011BF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02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033525-93BD-B8F8-D87E-479AC5E39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E32AC5D-210F-5A4F-BB78-FA032A1D0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2B39E5E-BE21-8793-C560-7368A7E9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3C95D6-2A53-64E7-DE51-D81BB96E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1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238BFB9-578B-B569-7E54-31EED14E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F338C01-2BCA-FD1C-2F72-E9C060758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92DCBBF-15F0-7943-F759-3A058510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554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2D7F71-F270-20BE-F436-A928E208D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99B6E9-2ECB-43DB-A2B7-8E7023717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2943DBE-92A8-B7F9-B785-D155EA348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339FC9-3E6E-78FC-6FAA-AAAC0965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646627E-E776-0E46-DEA5-5F0D360F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05AFFE-1913-3C8A-EFFB-4D78F52A9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080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822257-E9F7-B5C6-2F39-2094C487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2D54FD3C-A2E0-4AC3-E2A6-83A443307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8A58BB3-9540-5FAE-4A69-42E499D7D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23D0A7-B929-EE8A-6874-7A8CBD0E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0371A41-E13F-77B8-6432-35B8EEF5A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1A8445F-3DF3-5528-90A7-2DC79EEF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7D3AA3-8549-B65D-BA2C-77EB0745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B41F54B-14DE-418F-96F9-39AF070D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F8314A-05EB-702B-67F9-B6B62B33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891070-4DB4-A737-F8CF-57450707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ACB2D62-AD1F-C0CA-37CA-553DE395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072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6D93B9-89B1-DE84-BC48-D32FACCA5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BFE847B-00BF-EBD0-9DA3-65599640D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6F9C36-DF44-C604-01FD-B32695E0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0363E5-A9F9-85F8-668A-4B521A79F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A1E565-8754-4117-E897-0E3AD3C3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17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819255-2F58-9E14-8653-E0C7E4C9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70E9C05-4280-1CF4-5C2C-C07BB20DC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BDD5CA-40C7-CFE5-1CA6-900318EB8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5F78BF-CFA7-4921-A841-16C011F814A2}" type="datetimeFigureOut">
              <a:rPr lang="en-IN" smtClean="0"/>
              <a:t>11-02-2024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3B7131-27E0-DED8-AB33-3FD9D479C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D741E3D-62C1-7F64-B293-CED977D54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9E2A0-A740-478B-B06A-7FAAD86BDE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6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A44487-CF5A-0FC7-63D5-8F207F88C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Data Frames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59FFCEA-A9C0-F6CC-84F0-72942AC0A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Unit-4</a:t>
            </a:r>
          </a:p>
        </p:txBody>
      </p:sp>
    </p:spTree>
    <p:extLst>
      <p:ext uri="{BB962C8B-B14F-4D97-AF65-F5344CB8AC3E}">
        <p14:creationId xmlns:p14="http://schemas.microsoft.com/office/powerpoint/2010/main" val="414073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/>
              <a:t>Data Frame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14400"/>
            <a:ext cx="8229600" cy="55626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Data frame is an object that is useful in representing data in the form of rows and columns</a:t>
            </a:r>
          </a:p>
          <a:p>
            <a:pPr algn="just"/>
            <a:r>
              <a:rPr lang="en-US" dirty="0"/>
              <a:t>Data may come from an excel file(spreadsheet), a .</a:t>
            </a:r>
            <a:r>
              <a:rPr lang="en-US" dirty="0" err="1"/>
              <a:t>csv</a:t>
            </a:r>
            <a:r>
              <a:rPr lang="en-US" dirty="0"/>
              <a:t> file, a Python sequence like a dictionary, list or </a:t>
            </a:r>
            <a:r>
              <a:rPr lang="en-US" dirty="0" err="1"/>
              <a:t>tuple</a:t>
            </a:r>
            <a:endParaRPr lang="en-US" dirty="0"/>
          </a:p>
          <a:p>
            <a:pPr algn="just"/>
            <a:r>
              <a:rPr lang="en-US" dirty="0"/>
              <a:t>Python contains </a:t>
            </a:r>
            <a:r>
              <a:rPr lang="en-US" i="1" dirty="0"/>
              <a:t>pandas</a:t>
            </a:r>
            <a:r>
              <a:rPr lang="en-US" dirty="0"/>
              <a:t> which is a useful package for data analysis and manipulation</a:t>
            </a:r>
          </a:p>
          <a:p>
            <a:pPr algn="just"/>
            <a:r>
              <a:rPr lang="en-US" dirty="0"/>
              <a:t>To create a </a:t>
            </a:r>
            <a:r>
              <a:rPr lang="en-US" dirty="0" err="1"/>
              <a:t>dataframe</a:t>
            </a:r>
            <a:r>
              <a:rPr lang="en-US" dirty="0"/>
              <a:t>, import pandas and then use its methods like: </a:t>
            </a:r>
            <a:r>
              <a:rPr lang="en-US" dirty="0" err="1"/>
              <a:t>pandas.read_excel</a:t>
            </a:r>
            <a:r>
              <a:rPr lang="en-US" dirty="0"/>
              <a:t>(), </a:t>
            </a:r>
            <a:r>
              <a:rPr lang="en-US" dirty="0" err="1"/>
              <a:t>pandas.read_csv</a:t>
            </a:r>
            <a:r>
              <a:rPr lang="en-US" dirty="0"/>
              <a:t>(), </a:t>
            </a:r>
            <a:r>
              <a:rPr lang="en-US" dirty="0" err="1" smtClean="0"/>
              <a:t>pandas.DataFrame</a:t>
            </a:r>
            <a:r>
              <a:rPr lang="en-US" dirty="0"/>
              <a:t>()</a:t>
            </a:r>
          </a:p>
          <a:p>
            <a:pPr algn="just"/>
            <a:r>
              <a:rPr lang="en-US" dirty="0"/>
              <a:t>Example.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55" y="129248"/>
            <a:ext cx="11154089" cy="65995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f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0"/>
            <a:ext cx="6843712" cy="6575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5738" y="291059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636" y="1064302"/>
            <a:ext cx="11107712" cy="54126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number of Rows and Columns: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-&gt; will return a tuple of rows and columns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Print(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will print (5,4) means 5 rows and 4 columns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r, c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df.shape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print(r) will just print no. of rows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Rows from Data Frame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head() method returns 1st 5 and tail() returns last 5 rows by default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we provide an integer parameter in it will return that many rows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a Range of Rows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treat data frame as an object and rows can be retrieved using slicing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[2:5] -&gt; will return rows 2 to 5 (will use row id- starting from 0)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[1::3] -&gt;will return 1st row and 3rd row after 1st row i.e. 4th row, then 7th row and so on…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[5:0:-1]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1754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656" y="1079292"/>
            <a:ext cx="11197652" cy="55313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Retrieve Column Names: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df.columns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will return list of columns with their index name.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Output: Index(['Emp ID', '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', 'Salary', 'Joining Date'],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dtype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='object')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Retrieve column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retrieve column data, use column name as subscript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print(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will give o/p as list of all Employee Names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 ways: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df.empid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OR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[‘empid’]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Retrieving  data from Multiple Columns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the list of column names as a subscript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dataframe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object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[[’empid’ , ’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’]]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Finding Maximum and Minimum Values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max() and min() method on columns containing numerical data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’].max() 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76567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705" y="1319134"/>
            <a:ext cx="11302583" cy="544711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Displaying Statistical Information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describe() method displays information like: no. of values, average, standard deviation, minimum, maximum, 25%, 50% and 75% of total value.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highly useful for statistical analysis.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df.describe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Performing Queries on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retrieve rows based on a query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Query should be given as subscript in the data frame object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show data from some columns based on a query, mention the list of columns and then the query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1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[df.sal&gt;1000]]         eg2: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[[ ‘id’, ’name’]] [df.sal&gt;1000] 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1143BD24-5912-5F32-5088-94B762C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08" y="1499017"/>
            <a:ext cx="11302583" cy="511164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Knowing the Index Range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will return  for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RangeIndex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(start=0, stop=5, step=1)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Setting Column as Index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    OR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empid’,inplace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df.loc[1004] can access a specific row with the defined index value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Resetting the Index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df.reset_index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inplace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Sorting the Data</a:t>
            </a:r>
          </a:p>
          <a:p>
            <a:pPr lvl="1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df.sort_values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doj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’)       OR     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df.sort_values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(‘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’, ascending=False)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Handling Missing Data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df.fillna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(0)              or          df1 =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df.dropna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6456B49A-562D-3DAA-896C-30053052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76567"/>
            <a:ext cx="8229600" cy="563562"/>
          </a:xfrm>
        </p:spPr>
        <p:txBody>
          <a:bodyPr>
            <a:noAutofit/>
          </a:bodyPr>
          <a:lstStyle/>
          <a:p>
            <a:r>
              <a:rPr lang="en-US" sz="3200" dirty="0"/>
              <a:t>Operations on Data Frames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10303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552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Data Frames in Python</vt:lpstr>
      <vt:lpstr>Data Frame</vt:lpstr>
      <vt:lpstr>PowerPoint Presentation</vt:lpstr>
      <vt:lpstr>PowerPoint Presentation</vt:lpstr>
      <vt:lpstr>Operations on Data Frames</vt:lpstr>
      <vt:lpstr>Operations on Data Frames</vt:lpstr>
      <vt:lpstr>Operations on Data Frames</vt:lpstr>
      <vt:lpstr>Operations on Data Frames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Frames in Python</dc:title>
  <dc:creator>Urja Mankad</dc:creator>
  <cp:lastModifiedBy>urja</cp:lastModifiedBy>
  <cp:revision>5</cp:revision>
  <dcterms:created xsi:type="dcterms:W3CDTF">2024-02-11T14:25:15Z</dcterms:created>
  <dcterms:modified xsi:type="dcterms:W3CDTF">2024-02-12T04:28:18Z</dcterms:modified>
</cp:coreProperties>
</file>